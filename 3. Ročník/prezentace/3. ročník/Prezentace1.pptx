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57" r:id="rId7"/>
    <p:sldId id="258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A8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>
        <p:scale>
          <a:sx n="50" d="100"/>
          <a:sy n="50" d="100"/>
        </p:scale>
        <p:origin x="2796" y="1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F57C1A-8CCA-98DC-2732-2730789409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6F1E53F-51BE-F11F-A6B3-057B4085E8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D9926FB-C600-6274-8280-10C0E0B0B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C1A3D-281C-4F7B-87E9-4D46081BA0B3}" type="datetimeFigureOut">
              <a:rPr lang="cs-CZ" smtClean="0"/>
              <a:t>11.06.2026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050C6AF-788E-BC39-DC5E-A84A010BB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84E2B06-F8DE-4093-3238-423228AE5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EC4BA-8132-40F1-BF2A-2AB69E39EF6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250266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CB2CBC-8B44-0E4E-ABE0-346A9182E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3E7534E-D72B-9EAB-4F0C-2F8CCF9C9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B71793C-22E3-A302-8DCC-160B3AA80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C1A3D-281C-4F7B-87E9-4D46081BA0B3}" type="datetimeFigureOut">
              <a:rPr lang="cs-CZ" smtClean="0"/>
              <a:t>11.06.2026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428900A-D207-701B-DB5D-B6853A3C1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3CD77BB-CB96-D701-2FC1-CEA95AB68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EC4BA-8132-40F1-BF2A-2AB69E39EF6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846523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19F1766-04B0-185E-F981-0560488E3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05EAF71-7A70-172A-BE76-EB105603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C3E2476-6189-E72B-C035-851591920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C1A3D-281C-4F7B-87E9-4D46081BA0B3}" type="datetimeFigureOut">
              <a:rPr lang="cs-CZ" smtClean="0"/>
              <a:t>11.06.2026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72FAE6D-3734-5271-035D-D47C21E38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DCEBB16-4891-4E9C-84CE-8685320F7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EC4BA-8132-40F1-BF2A-2AB69E39EF6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957147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56CF873-E64A-EDF0-C4B8-37B2CB64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DBEBD4F-4563-4FBE-38C2-87E50998F9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68C5E6E-0D33-B847-0895-DB02DB0E4D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971828A-7B57-2D36-6956-FD8CB322C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C1A3D-281C-4F7B-87E9-4D46081BA0B3}" type="datetimeFigureOut">
              <a:rPr lang="cs-CZ" smtClean="0"/>
              <a:t>11.06.2026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89FA2A4-0DEA-42B8-F24E-FEE441721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9EC16CF-9394-91D2-5698-71B089492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EC4BA-8132-40F1-BF2A-2AB69E39EF6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208961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2F74E2-B5D0-6A1D-4CC6-BC2AFE56F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663A0A1-C79C-A94A-6A99-3BD391A91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9CEC232-9CE3-6160-F0D4-A589EC6B5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C584BCA4-09BB-BBA5-F829-730A3B9EC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16321DEB-5945-72E1-993A-36CF6D867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CEBF83C2-F0A7-3D67-51A4-7071E8FA6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C1A3D-281C-4F7B-87E9-4D46081BA0B3}" type="datetimeFigureOut">
              <a:rPr lang="cs-CZ" smtClean="0"/>
              <a:t>11.06.2026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E55E7D93-6221-A66A-EA75-8974CBA68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E68B771D-EA64-611E-2752-99AA80818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EC4BA-8132-40F1-BF2A-2AB69E39EF6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88710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E5B5F8-F309-CDE3-0FA8-1D7DAF2ED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4F9AC83-D5BB-46DB-1340-ACE3396AF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C1A3D-281C-4F7B-87E9-4D46081BA0B3}" type="datetimeFigureOut">
              <a:rPr lang="cs-CZ" smtClean="0"/>
              <a:t>11.06.2026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06D15A30-49BE-D581-10D0-1C8239191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9AA8137-27C9-C940-8949-F47F34EC3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EC4BA-8132-40F1-BF2A-2AB69E39EF6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3687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D811A944-2D70-0383-BB26-4736E2597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C1A3D-281C-4F7B-87E9-4D46081BA0B3}" type="datetimeFigureOut">
              <a:rPr lang="cs-CZ" smtClean="0"/>
              <a:t>11.06.2026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3FF7BE7-A7B2-D657-6AED-80F7B4487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EAC927D-4CF9-6295-5A42-EBE3F1F97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EC4BA-8132-40F1-BF2A-2AB69E39EF6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35566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50F4FF-34E3-9BFA-E439-FBC1CBAC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4801873-ECED-F196-F34E-7DA21767B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A623929-12C4-0E82-32C7-66D9E6EF4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519144A-1E7F-7516-ADFD-F496ED34E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C1A3D-281C-4F7B-87E9-4D46081BA0B3}" type="datetimeFigureOut">
              <a:rPr lang="cs-CZ" smtClean="0"/>
              <a:t>11.06.2026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91F8133-FCF4-1BFB-AC9C-2163B8BB6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1A27E16-1E70-4315-6916-A18514C19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EC4BA-8132-40F1-BF2A-2AB69E39EF6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358251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0DC0402-F68A-8334-289A-FA5DBC48A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356F0E5B-3743-7B85-20CE-48C109F7E4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E397469-6C08-3951-4ED2-CBC699BB6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47E00FD-C710-E4EF-624A-50EF0F326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C1A3D-281C-4F7B-87E9-4D46081BA0B3}" type="datetimeFigureOut">
              <a:rPr lang="cs-CZ" smtClean="0"/>
              <a:t>11.06.2026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E3F5F9E-1E69-9F7C-4F61-BF7296DB6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79008C9-8B96-DD34-D425-723354F93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EC4BA-8132-40F1-BF2A-2AB69E39EF6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01942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D95628-50F1-12B5-CFF9-962737778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995BBCB-466B-56E1-159B-625F783DC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4699195-593E-BC70-7129-F604E1C6E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C1A3D-281C-4F7B-87E9-4D46081BA0B3}" type="datetimeFigureOut">
              <a:rPr lang="cs-CZ" smtClean="0"/>
              <a:t>11.06.2026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8A2A359-ECF4-F3FC-8E25-70ED8DE0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F64A243-7072-AB50-2A4A-9C1EF627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EC4BA-8132-40F1-BF2A-2AB69E39EF6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648547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09A2598-F78E-D226-B5F1-DCF8CD9B76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C2D557B-5003-01EE-CC3E-D6195A9F3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39D7DD7-45DB-E91F-238A-288F7D116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C1A3D-281C-4F7B-87E9-4D46081BA0B3}" type="datetimeFigureOut">
              <a:rPr lang="cs-CZ" smtClean="0"/>
              <a:t>11.06.2026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38D1091-BE61-B0EC-FEA8-4DC5F3B02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B074AAC-4EC9-2BCC-0590-F3D125D7B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EC4BA-8132-40F1-BF2A-2AB69E39EF6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57429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CE0AE372-1F63-33AD-CAB1-4D09759C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C8CBC32-F199-D7C5-E483-BBF233D51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49FA310-EDED-8AA1-0123-AD80AD14D7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CC1A3D-281C-4F7B-87E9-4D46081BA0B3}" type="datetimeFigureOut">
              <a:rPr lang="cs-CZ" smtClean="0"/>
              <a:t>11.06.2026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FBAD7C4-A4FE-3FD7-425A-A1D215C60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ACDB9F7-8D29-DC19-B594-C698D5E455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BEC4BA-8132-40F1-BF2A-2AB69E39EF6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32534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biooko.net/filmy/katalog/wall-e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17/06/relationships/model3d" Target="../media/model3d2.glb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microsoft.com/office/2017/06/relationships/model3d" Target="../media/model3d3.glb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microsoft.com/office/2017/06/relationships/model3d" Target="../media/model3d2.glb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1.xml"/><Relationship Id="rId6" Type="http://schemas.microsoft.com/office/2017/06/relationships/model3d" Target="../media/model3d4.glb"/><Relationship Id="rId5" Type="http://schemas.openxmlformats.org/officeDocument/2006/relationships/image" Target="../media/image9.png"/><Relationship Id="rId4" Type="http://schemas.microsoft.com/office/2017/06/relationships/model3d" Target="../media/model3d3.glb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microsoft.com/office/2017/06/relationships/model3d" Target="../media/model3d3.glb"/><Relationship Id="rId1" Type="http://schemas.openxmlformats.org/officeDocument/2006/relationships/slideLayout" Target="../slideLayouts/slideLayout1.xml"/><Relationship Id="rId6" Type="http://schemas.microsoft.com/office/2017/06/relationships/model3d" Target="../media/model3d1.glb"/><Relationship Id="rId5" Type="http://schemas.openxmlformats.org/officeDocument/2006/relationships/image" Target="../media/image10.png"/><Relationship Id="rId4" Type="http://schemas.microsoft.com/office/2017/06/relationships/model3d" Target="../media/model3d4.glb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17/06/relationships/model3d" Target="../media/model3d6.glb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microsoft.com/office/2017/06/relationships/model3d" Target="../media/model3d4.glb"/><Relationship Id="rId1" Type="http://schemas.openxmlformats.org/officeDocument/2006/relationships/slideLayout" Target="../slideLayouts/slideLayout1.xml"/><Relationship Id="rId6" Type="http://schemas.microsoft.com/office/2017/06/relationships/model3d" Target="../media/model3d5.glb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0" Type="http://schemas.microsoft.com/office/2017/06/relationships/model3d" Target="../media/model3d7.glb"/><Relationship Id="rId4" Type="http://schemas.microsoft.com/office/2017/06/relationships/model3d" Target="../media/model3d1.glb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microsoft.com/office/2017/06/relationships/model3d" Target="../media/model3d5.glb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17/06/relationships/model3d" Target="../media/model3d7.glb"/><Relationship Id="rId3" Type="http://schemas.openxmlformats.org/officeDocument/2006/relationships/image" Target="../media/image16.png"/><Relationship Id="rId7" Type="http://schemas.openxmlformats.org/officeDocument/2006/relationships/image" Target="../media/image13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6" Type="http://schemas.microsoft.com/office/2017/06/relationships/model3d" Target="../media/model3d6.glb"/><Relationship Id="rId5" Type="http://schemas.openxmlformats.org/officeDocument/2006/relationships/image" Target="../media/image17.png"/><Relationship Id="rId4" Type="http://schemas.microsoft.com/office/2017/06/relationships/model3d" Target="../media/model3d5.glb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17/06/relationships/model3d" Target="../media/model3d5.glb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microsoft.com/office/2017/06/relationships/model3d" Target="../media/model3d6.glb"/><Relationship Id="rId1" Type="http://schemas.openxmlformats.org/officeDocument/2006/relationships/slideLayout" Target="../slideLayouts/slideLayout2.xml"/><Relationship Id="rId6" Type="http://schemas.microsoft.com/office/2017/06/relationships/model3d" Target="../media/model3d1.glb"/><Relationship Id="rId5" Type="http://schemas.openxmlformats.org/officeDocument/2006/relationships/image" Target="../media/image19.png"/><Relationship Id="rId4" Type="http://schemas.microsoft.com/office/2017/06/relationships/model3d" Target="../media/model3d7.glb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17/06/relationships/model3d" Target="../media/model3d8.glb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microsoft.com/office/2017/06/relationships/model3d" Target="../media/model3d6.glb"/><Relationship Id="rId1" Type="http://schemas.openxmlformats.org/officeDocument/2006/relationships/slideLayout" Target="../slideLayouts/slideLayout2.xml"/><Relationship Id="rId6" Type="http://schemas.microsoft.com/office/2017/06/relationships/model3d" Target="../media/model3d1.glb"/><Relationship Id="rId5" Type="http://schemas.openxmlformats.org/officeDocument/2006/relationships/image" Target="../media/image23.png"/><Relationship Id="rId10" Type="http://schemas.openxmlformats.org/officeDocument/2006/relationships/image" Target="../media/image26.png"/><Relationship Id="rId4" Type="http://schemas.microsoft.com/office/2017/06/relationships/model3d" Target="../media/model3d7.glb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microsoft.com/office/2017/06/relationships/model3d" Target="../media/model3d6.glb"/><Relationship Id="rId7" Type="http://schemas.microsoft.com/office/2017/06/relationships/model3d" Target="../media/model3d1.glb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7.png"/><Relationship Id="rId5" Type="http://schemas.microsoft.com/office/2017/06/relationships/model3d" Target="../media/model3d7.glb"/><Relationship Id="rId10" Type="http://schemas.openxmlformats.org/officeDocument/2006/relationships/image" Target="../media/image25.png"/><Relationship Id="rId4" Type="http://schemas.openxmlformats.org/officeDocument/2006/relationships/image" Target="../media/image22.png"/><Relationship Id="rId9" Type="http://schemas.microsoft.com/office/2017/06/relationships/model3d" Target="../media/model3d8.glb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reepngimg.com/png/65230-wall-e-pic-eve-film-pixar-free-transparent-image-hq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>
                <a:extLst>
                  <a:ext uri="{FF2B5EF4-FFF2-40B4-BE49-F238E27FC236}">
                    <a16:creationId xmlns:a16="http://schemas.microsoft.com/office/drawing/2014/main" id="{DD3C7E8D-E431-04F7-6BDE-DE51B0F5E47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83278291"/>
                  </p:ext>
                </p:extLst>
              </p:nvPr>
            </p:nvGraphicFramePr>
            <p:xfrm>
              <a:off x="72404" y="3343274"/>
              <a:ext cx="2786455" cy="3305175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786455" cy="3305175"/>
                    </a:xfrm>
                    <a:prstGeom prst="rect">
                      <a:avLst/>
                    </a:prstGeom>
                  </am3d:spPr>
                  <am3d:camera>
                    <am3d:pos x="0" y="0" z="7189021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785" d="1000000"/>
                    <am3d:preTrans dx="0" dy="-10423108" dz="-727083"/>
                    <am3d:scale>
                      <am3d:sx n="1000000" d="1000000"/>
                      <am3d:sy n="1000000" d="1000000"/>
                      <am3d:sz n="1000000" d="1000000"/>
                    </am3d:scale>
                    <am3d:rot ax="2064652" ay="-2261634" az="-136353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78399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>
                <a:extLst>
                  <a:ext uri="{FF2B5EF4-FFF2-40B4-BE49-F238E27FC236}">
                    <a16:creationId xmlns:a16="http://schemas.microsoft.com/office/drawing/2014/main" id="{DD3C7E8D-E431-04F7-6BDE-DE51B0F5E47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404" y="3343274"/>
                <a:ext cx="2786455" cy="3305175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Obrázek 5">
            <a:extLst>
              <a:ext uri="{FF2B5EF4-FFF2-40B4-BE49-F238E27FC236}">
                <a16:creationId xmlns:a16="http://schemas.microsoft.com/office/drawing/2014/main" id="{E4F76BE9-FDDC-499C-11A9-7ED47A6BCE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37"/>
          <a:stretch>
            <a:fillRect/>
          </a:stretch>
        </p:blipFill>
        <p:spPr>
          <a:xfrm>
            <a:off x="7843652" y="-101172"/>
            <a:ext cx="6181372" cy="6959172"/>
          </a:xfrm>
          <a:prstGeom prst="flowChartTerminator">
            <a:avLst/>
          </a:prstGeom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BC306116-4D87-785A-8E5F-B70D0706CD7A}"/>
              </a:ext>
            </a:extLst>
          </p:cNvPr>
          <p:cNvSpPr txBox="1"/>
          <p:nvPr/>
        </p:nvSpPr>
        <p:spPr>
          <a:xfrm>
            <a:off x="72404" y="133350"/>
            <a:ext cx="7771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>
                <a:solidFill>
                  <a:srgbClr val="EAA8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Návrh a konstrukce modelu robota Wall-E</a:t>
            </a: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BA571DE2-AFD4-0015-2235-85E5B1016C79}"/>
              </a:ext>
            </a:extLst>
          </p:cNvPr>
          <p:cNvSpPr txBox="1"/>
          <p:nvPr/>
        </p:nvSpPr>
        <p:spPr>
          <a:xfrm>
            <a:off x="152400" y="876300"/>
            <a:ext cx="7305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Konstrukce, pásy, řídící systém</a:t>
            </a:r>
          </a:p>
          <a:p>
            <a:r>
              <a:rPr lang="cs-CZ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Tomáš Podpleský 3.M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>
                <a:extLst>
                  <a:ext uri="{FF2B5EF4-FFF2-40B4-BE49-F238E27FC236}">
                    <a16:creationId xmlns:a16="http://schemas.microsoft.com/office/drawing/2014/main" id="{81E3EF5E-05E7-324D-9D95-D9A31B67446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00968208"/>
                  </p:ext>
                </p:extLst>
              </p:nvPr>
            </p:nvGraphicFramePr>
            <p:xfrm>
              <a:off x="-6396051" y="425737"/>
              <a:ext cx="4714900" cy="5175547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714900" cy="5175547"/>
                    </a:xfrm>
                    <a:prstGeom prst="rect">
                      <a:avLst/>
                    </a:prstGeom>
                  </am3d:spPr>
                  <am3d:camera>
                    <am3d:pos x="0" y="0" z="727332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333" d="1000000"/>
                    <am3d:preTrans dx="-57600000" dy="-41519999" dz="70080001"/>
                    <am3d:scale>
                      <am3d:sx n="1000000" d="1000000"/>
                      <am3d:sy n="1000000" d="1000000"/>
                      <am3d:sz n="1000000" d="1000000"/>
                    </am3d:scale>
                    <am3d:rot ax="1366064" ay="1594350" az="637989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41866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>
                <a:extLst>
                  <a:ext uri="{FF2B5EF4-FFF2-40B4-BE49-F238E27FC236}">
                    <a16:creationId xmlns:a16="http://schemas.microsoft.com/office/drawing/2014/main" id="{81E3EF5E-05E7-324D-9D95-D9A31B67446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6396051" y="425737"/>
                <a:ext cx="4714900" cy="5175547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Obrázek 9" descr="Titulní stránka | VOŠ a SPŠE Plzeň">
            <a:extLst>
              <a:ext uri="{FF2B5EF4-FFF2-40B4-BE49-F238E27FC236}">
                <a16:creationId xmlns:a16="http://schemas.microsoft.com/office/drawing/2014/main" id="{13BD396B-28EC-6195-614C-FD5D402B59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8086" y="876300"/>
            <a:ext cx="1362777" cy="2033995"/>
          </a:xfrm>
          <a:prstGeom prst="rect">
            <a:avLst/>
          </a:prstGeom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4A19DB7B-778A-3039-4196-0AA687DA3D7F}"/>
              </a:ext>
            </a:extLst>
          </p:cNvPr>
          <p:cNvSpPr txBox="1"/>
          <p:nvPr/>
        </p:nvSpPr>
        <p:spPr>
          <a:xfrm>
            <a:off x="9029700" y="-16383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[1] BIO OKO. </a:t>
            </a:r>
            <a:r>
              <a:rPr lang="cs-CZ" i="1" dirty="0">
                <a:solidFill>
                  <a:schemeClr val="bg1"/>
                </a:solidFill>
              </a:rPr>
              <a:t>VALL-I (WALL-E)</a:t>
            </a:r>
            <a:r>
              <a:rPr lang="cs-CZ" dirty="0">
                <a:solidFill>
                  <a:schemeClr val="bg1"/>
                </a:solidFill>
              </a:rPr>
              <a:t> [online]. Praha: Bio Oko [cit. 2026-06-11]. Dostupné z: </a:t>
            </a:r>
            <a:r>
              <a:rPr lang="cs-CZ" dirty="0">
                <a:solidFill>
                  <a:schemeClr val="bg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https://biooko.net/filmy/katalog/wall-e</a:t>
            </a:r>
            <a:endParaRPr lang="cs-C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9950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62813-824E-2286-01C1-3EFC06ACE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>
                <a:extLst>
                  <a:ext uri="{FF2B5EF4-FFF2-40B4-BE49-F238E27FC236}">
                    <a16:creationId xmlns:a16="http://schemas.microsoft.com/office/drawing/2014/main" id="{EA863B6E-B23E-8100-525D-849E6D3E219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89227311"/>
                  </p:ext>
                </p:extLst>
              </p:nvPr>
            </p:nvGraphicFramePr>
            <p:xfrm>
              <a:off x="-3409951" y="4177699"/>
              <a:ext cx="2157577" cy="2011466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157577" cy="2011466"/>
                    </a:xfrm>
                    <a:prstGeom prst="rect">
                      <a:avLst/>
                    </a:prstGeom>
                  </am3d:spPr>
                  <am3d:camera>
                    <am3d:pos x="0" y="0" z="7189021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785" d="1000000"/>
                    <am3d:preTrans dx="0" dy="-10423108" dz="-727083"/>
                    <am3d:scale>
                      <am3d:sx n="1000000" d="1000000"/>
                      <am3d:sy n="1000000" d="1000000"/>
                      <am3d:sz n="1000000" d="1000000"/>
                    </am3d:scale>
                    <am3d:rot ax="546123" ay="2790726" az="39780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77124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>
                <a:extLst>
                  <a:ext uri="{FF2B5EF4-FFF2-40B4-BE49-F238E27FC236}">
                    <a16:creationId xmlns:a16="http://schemas.microsoft.com/office/drawing/2014/main" id="{EA863B6E-B23E-8100-525D-849E6D3E219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409951" y="4177699"/>
                <a:ext cx="2157577" cy="2011466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Obrázek 1">
            <a:extLst>
              <a:ext uri="{FF2B5EF4-FFF2-40B4-BE49-F238E27FC236}">
                <a16:creationId xmlns:a16="http://schemas.microsoft.com/office/drawing/2014/main" id="{50470CB3-52F5-F467-4A69-FEA52B3DFD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37"/>
          <a:stretch>
            <a:fillRect/>
          </a:stretch>
        </p:blipFill>
        <p:spPr>
          <a:xfrm>
            <a:off x="12644252" y="-101172"/>
            <a:ext cx="6181372" cy="6959172"/>
          </a:xfrm>
          <a:prstGeom prst="flowChartTerminator">
            <a:avLst/>
          </a:prstGeom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AC0553A9-C90F-10A9-3BF3-8A74326A5221}"/>
              </a:ext>
            </a:extLst>
          </p:cNvPr>
          <p:cNvSpPr txBox="1"/>
          <p:nvPr/>
        </p:nvSpPr>
        <p:spPr>
          <a:xfrm>
            <a:off x="72404" y="133350"/>
            <a:ext cx="7771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>
                <a:solidFill>
                  <a:srgbClr val="EAA8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Vývoj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3D model 7">
                <a:extLst>
                  <a:ext uri="{FF2B5EF4-FFF2-40B4-BE49-F238E27FC236}">
                    <a16:creationId xmlns:a16="http://schemas.microsoft.com/office/drawing/2014/main" id="{F455B6F5-CF1D-F845-F5B1-FCAF11788DA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27948766"/>
                  </p:ext>
                </p:extLst>
              </p:nvPr>
            </p:nvGraphicFramePr>
            <p:xfrm>
              <a:off x="3738549" y="841225"/>
              <a:ext cx="4714900" cy="5175547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714900" cy="5175547"/>
                    </a:xfrm>
                    <a:prstGeom prst="rect">
                      <a:avLst/>
                    </a:prstGeom>
                  </am3d:spPr>
                  <am3d:camera>
                    <am3d:pos x="0" y="0" z="727332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333" d="1000000"/>
                    <am3d:preTrans dx="-57600000" dy="-41519999" dz="70080001"/>
                    <am3d:scale>
                      <am3d:sx n="1000000" d="1000000"/>
                      <am3d:sy n="1000000" d="1000000"/>
                      <am3d:sz n="1000000" d="1000000"/>
                    </am3d:scale>
                    <am3d:rot ax="1366064" ay="1594350" az="637989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41866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3D model 7">
                <a:extLst>
                  <a:ext uri="{FF2B5EF4-FFF2-40B4-BE49-F238E27FC236}">
                    <a16:creationId xmlns:a16="http://schemas.microsoft.com/office/drawing/2014/main" id="{F455B6F5-CF1D-F845-F5B1-FCAF11788DA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38549" y="841225"/>
                <a:ext cx="4714900" cy="5175547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ovéPole 8">
            <a:extLst>
              <a:ext uri="{FF2B5EF4-FFF2-40B4-BE49-F238E27FC236}">
                <a16:creationId xmlns:a16="http://schemas.microsoft.com/office/drawing/2014/main" id="{69D1C44E-315C-65CD-D0F0-04B573F21E69}"/>
              </a:ext>
            </a:extLst>
          </p:cNvPr>
          <p:cNvSpPr txBox="1"/>
          <p:nvPr/>
        </p:nvSpPr>
        <p:spPr>
          <a:xfrm>
            <a:off x="12435854" y="133349"/>
            <a:ext cx="7771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>
                <a:latin typeface="Segoe UI" panose="020B0502040204020203" pitchFamily="34" charset="0"/>
                <a:cs typeface="Segoe UI" panose="020B0502040204020203" pitchFamily="34" charset="0"/>
              </a:rPr>
              <a:t>Návrh a konstrukce modelu robota Wall-E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D9CE78CF-ACD6-1330-CFC8-62E21DCC8444}"/>
              </a:ext>
            </a:extLst>
          </p:cNvPr>
          <p:cNvSpPr txBox="1"/>
          <p:nvPr/>
        </p:nvSpPr>
        <p:spPr>
          <a:xfrm>
            <a:off x="12668640" y="955670"/>
            <a:ext cx="7305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>
                <a:latin typeface="Segoe UI" panose="020B0502040204020203" pitchFamily="34" charset="0"/>
                <a:cs typeface="Segoe UI" panose="020B0502040204020203" pitchFamily="34" charset="0"/>
              </a:rPr>
              <a:t>Pásy, konstrukce, materiál, řídící systém</a:t>
            </a:r>
          </a:p>
          <a:p>
            <a:r>
              <a:rPr lang="cs-CZ" sz="2400" dirty="0">
                <a:latin typeface="Segoe UI" panose="020B0502040204020203" pitchFamily="34" charset="0"/>
                <a:cs typeface="Segoe UI" panose="020B0502040204020203" pitchFamily="34" charset="0"/>
              </a:rPr>
              <a:t>Tomáš Podpleský 3.M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10">
                <a:extLst>
                  <a:ext uri="{FF2B5EF4-FFF2-40B4-BE49-F238E27FC236}">
                    <a16:creationId xmlns:a16="http://schemas.microsoft.com/office/drawing/2014/main" id="{66A56280-9F3A-BDE3-54D9-542582C611F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3350945"/>
                  </p:ext>
                </p:extLst>
              </p:nvPr>
            </p:nvGraphicFramePr>
            <p:xfrm>
              <a:off x="-5657171" y="1224391"/>
              <a:ext cx="4704312" cy="4409213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4704312" cy="4409213"/>
                    </a:xfrm>
                    <a:prstGeom prst="rect">
                      <a:avLst/>
                    </a:prstGeom>
                  </am3d:spPr>
                  <am3d:camera>
                    <am3d:pos x="0" y="0" z="727332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666" d="1000000"/>
                    <am3d:preTrans dx="0" dy="-2039999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573401" ay="2173450" az="973758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541866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10">
                <a:extLst>
                  <a:ext uri="{FF2B5EF4-FFF2-40B4-BE49-F238E27FC236}">
                    <a16:creationId xmlns:a16="http://schemas.microsoft.com/office/drawing/2014/main" id="{66A56280-9F3A-BDE3-54D9-542582C611F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5657171" y="1224391"/>
                <a:ext cx="4704312" cy="440921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63573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C429F-A02D-FCFF-9AD9-F34616224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véPole 2">
            <a:extLst>
              <a:ext uri="{FF2B5EF4-FFF2-40B4-BE49-F238E27FC236}">
                <a16:creationId xmlns:a16="http://schemas.microsoft.com/office/drawing/2014/main" id="{CC51D41F-5B32-D4FF-2D3F-61B960E266A1}"/>
              </a:ext>
            </a:extLst>
          </p:cNvPr>
          <p:cNvSpPr txBox="1"/>
          <p:nvPr/>
        </p:nvSpPr>
        <p:spPr>
          <a:xfrm>
            <a:off x="72404" y="133350"/>
            <a:ext cx="7771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>
                <a:solidFill>
                  <a:srgbClr val="EAA8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Vývoj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3D model 7">
                <a:extLst>
                  <a:ext uri="{FF2B5EF4-FFF2-40B4-BE49-F238E27FC236}">
                    <a16:creationId xmlns:a16="http://schemas.microsoft.com/office/drawing/2014/main" id="{2F483A83-FEB8-9055-D50C-5FA0EAD18A2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74367550"/>
                  </p:ext>
                </p:extLst>
              </p:nvPr>
            </p:nvGraphicFramePr>
            <p:xfrm>
              <a:off x="12406299" y="425737"/>
              <a:ext cx="4714900" cy="517554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714900" cy="5175547"/>
                    </a:xfrm>
                    <a:prstGeom prst="rect">
                      <a:avLst/>
                    </a:prstGeom>
                  </am3d:spPr>
                  <am3d:camera>
                    <am3d:pos x="0" y="0" z="727332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333" d="1000000"/>
                    <am3d:preTrans dx="-57600000" dy="-41519999" dz="70080001"/>
                    <am3d:scale>
                      <am3d:sx n="1000000" d="1000000"/>
                      <am3d:sy n="1000000" d="1000000"/>
                      <am3d:sz n="1000000" d="1000000"/>
                    </am3d:scale>
                    <am3d:rot ax="1366064" ay="1594350" az="637989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41866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3D model 7">
                <a:extLst>
                  <a:ext uri="{FF2B5EF4-FFF2-40B4-BE49-F238E27FC236}">
                    <a16:creationId xmlns:a16="http://schemas.microsoft.com/office/drawing/2014/main" id="{2F483A83-FEB8-9055-D50C-5FA0EAD18A2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06299" y="425737"/>
                <a:ext cx="4714900" cy="51755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>
                <a:extLst>
                  <a:ext uri="{FF2B5EF4-FFF2-40B4-BE49-F238E27FC236}">
                    <a16:creationId xmlns:a16="http://schemas.microsoft.com/office/drawing/2014/main" id="{DE820188-633A-3399-2BFD-E8418B1AE4F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20503240"/>
                  </p:ext>
                </p:extLst>
              </p:nvPr>
            </p:nvGraphicFramePr>
            <p:xfrm>
              <a:off x="3743843" y="1224392"/>
              <a:ext cx="4704312" cy="4409213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4704312" cy="4409213"/>
                    </a:xfrm>
                    <a:prstGeom prst="rect">
                      <a:avLst/>
                    </a:prstGeom>
                  </am3d:spPr>
                  <am3d:camera>
                    <am3d:pos x="0" y="0" z="727332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666" d="1000000"/>
                    <am3d:preTrans dx="0" dy="-2039999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573401" ay="2173450" az="973758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541866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>
                <a:extLst>
                  <a:ext uri="{FF2B5EF4-FFF2-40B4-BE49-F238E27FC236}">
                    <a16:creationId xmlns:a16="http://schemas.microsoft.com/office/drawing/2014/main" id="{DE820188-633A-3399-2BFD-E8418B1AE4F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43843" y="1224392"/>
                <a:ext cx="4704312" cy="44092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3D model 5">
                <a:extLst>
                  <a:ext uri="{FF2B5EF4-FFF2-40B4-BE49-F238E27FC236}">
                    <a16:creationId xmlns:a16="http://schemas.microsoft.com/office/drawing/2014/main" id="{4B1A326C-0575-A711-5230-0806D3B3309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67411669"/>
                  </p:ext>
                </p:extLst>
              </p:nvPr>
            </p:nvGraphicFramePr>
            <p:xfrm>
              <a:off x="-4643082" y="1805329"/>
              <a:ext cx="3647362" cy="3514039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3647362" cy="3514039"/>
                    </a:xfrm>
                    <a:prstGeom prst="rect">
                      <a:avLst/>
                    </a:prstGeom>
                  </am3d:spPr>
                  <am3d:camera>
                    <am3d:pos x="0" y="0" z="638807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851" d="1000000"/>
                    <am3d:preTrans dx="0" dy="-14166666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454455" ay="1399729" az="606619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541866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3D model 5">
                <a:extLst>
                  <a:ext uri="{FF2B5EF4-FFF2-40B4-BE49-F238E27FC236}">
                    <a16:creationId xmlns:a16="http://schemas.microsoft.com/office/drawing/2014/main" id="{4B1A326C-0575-A711-5230-0806D3B3309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4643082" y="1805329"/>
                <a:ext cx="3647362" cy="351403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79594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75826-3913-BAB1-9F67-362A4105C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véPole 2">
            <a:extLst>
              <a:ext uri="{FF2B5EF4-FFF2-40B4-BE49-F238E27FC236}">
                <a16:creationId xmlns:a16="http://schemas.microsoft.com/office/drawing/2014/main" id="{51459283-FF6F-EDA9-4BD2-7EFF00007205}"/>
              </a:ext>
            </a:extLst>
          </p:cNvPr>
          <p:cNvSpPr txBox="1"/>
          <p:nvPr/>
        </p:nvSpPr>
        <p:spPr>
          <a:xfrm>
            <a:off x="72404" y="133350"/>
            <a:ext cx="7771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>
                <a:solidFill>
                  <a:srgbClr val="EAA8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Vývoj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>
                <a:extLst>
                  <a:ext uri="{FF2B5EF4-FFF2-40B4-BE49-F238E27FC236}">
                    <a16:creationId xmlns:a16="http://schemas.microsoft.com/office/drawing/2014/main" id="{9B730C37-B83C-7065-2BB3-0062A37A922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03682290"/>
                  </p:ext>
                </p:extLst>
              </p:nvPr>
            </p:nvGraphicFramePr>
            <p:xfrm>
              <a:off x="12659243" y="1033892"/>
              <a:ext cx="4704312" cy="440921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704312" cy="4409213"/>
                    </a:xfrm>
                    <a:prstGeom prst="rect">
                      <a:avLst/>
                    </a:prstGeom>
                  </am3d:spPr>
                  <am3d:camera>
                    <am3d:pos x="0" y="0" z="727332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666" d="1000000"/>
                    <am3d:preTrans dx="0" dy="-2039999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573401" ay="2173450" az="973758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41866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>
                <a:extLst>
                  <a:ext uri="{FF2B5EF4-FFF2-40B4-BE49-F238E27FC236}">
                    <a16:creationId xmlns:a16="http://schemas.microsoft.com/office/drawing/2014/main" id="{9B730C37-B83C-7065-2BB3-0062A37A922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59243" y="1033892"/>
                <a:ext cx="4704312" cy="44092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>
                <a:extLst>
                  <a:ext uri="{FF2B5EF4-FFF2-40B4-BE49-F238E27FC236}">
                    <a16:creationId xmlns:a16="http://schemas.microsoft.com/office/drawing/2014/main" id="{1D734697-043F-1909-A567-105437FB9B5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10218541"/>
                  </p:ext>
                </p:extLst>
              </p:nvPr>
            </p:nvGraphicFramePr>
            <p:xfrm>
              <a:off x="4272318" y="1671979"/>
              <a:ext cx="3647362" cy="3514039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3647362" cy="3514039"/>
                    </a:xfrm>
                    <a:prstGeom prst="rect">
                      <a:avLst/>
                    </a:prstGeom>
                  </am3d:spPr>
                  <am3d:camera>
                    <am3d:pos x="0" y="0" z="638807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851" d="1000000"/>
                    <am3d:preTrans dx="0" dy="-14166666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454455" ay="1399729" az="606619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541866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>
                <a:extLst>
                  <a:ext uri="{FF2B5EF4-FFF2-40B4-BE49-F238E27FC236}">
                    <a16:creationId xmlns:a16="http://schemas.microsoft.com/office/drawing/2014/main" id="{1D734697-043F-1909-A567-105437FB9B5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72318" y="1671979"/>
                <a:ext cx="3647362" cy="35140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>
                <a:extLst>
                  <a:ext uri="{FF2B5EF4-FFF2-40B4-BE49-F238E27FC236}">
                    <a16:creationId xmlns:a16="http://schemas.microsoft.com/office/drawing/2014/main" id="{30AFF486-A1AA-5B39-3911-9D606E04695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4578188"/>
                  </p:ext>
                </p:extLst>
              </p:nvPr>
            </p:nvGraphicFramePr>
            <p:xfrm>
              <a:off x="-5662199" y="1224391"/>
              <a:ext cx="4237796" cy="4409213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4237796" cy="4409213"/>
                    </a:xfrm>
                    <a:prstGeom prst="rect">
                      <a:avLst/>
                    </a:prstGeom>
                  </am3d:spPr>
                  <am3d:camera>
                    <am3d:pos x="0" y="0" z="7189021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785" d="1000000"/>
                    <am3d:preTrans dx="0" dy="-10423108" dz="-727083"/>
                    <am3d:scale>
                      <am3d:sx n="1000000" d="1000000"/>
                      <am3d:sy n="1000000" d="1000000"/>
                      <am3d:sz n="1000000" d="1000000"/>
                    </am3d:scale>
                    <am3d:rot ax="1250085" ay="1869865" az="668466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541866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>
                <a:extLst>
                  <a:ext uri="{FF2B5EF4-FFF2-40B4-BE49-F238E27FC236}">
                    <a16:creationId xmlns:a16="http://schemas.microsoft.com/office/drawing/2014/main" id="{30AFF486-A1AA-5B39-3911-9D606E04695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5662199" y="1224391"/>
                <a:ext cx="4237796" cy="440921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43456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75A15-9F44-183E-1D4A-3655FFB51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véPole 2">
            <a:extLst>
              <a:ext uri="{FF2B5EF4-FFF2-40B4-BE49-F238E27FC236}">
                <a16:creationId xmlns:a16="http://schemas.microsoft.com/office/drawing/2014/main" id="{B05739ED-B971-EE25-D3C4-1219D3035D02}"/>
              </a:ext>
            </a:extLst>
          </p:cNvPr>
          <p:cNvSpPr txBox="1"/>
          <p:nvPr/>
        </p:nvSpPr>
        <p:spPr>
          <a:xfrm>
            <a:off x="72404" y="133350"/>
            <a:ext cx="7771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>
                <a:solidFill>
                  <a:srgbClr val="EAA8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Vývoj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>
                <a:extLst>
                  <a:ext uri="{FF2B5EF4-FFF2-40B4-BE49-F238E27FC236}">
                    <a16:creationId xmlns:a16="http://schemas.microsoft.com/office/drawing/2014/main" id="{444A52C6-9253-2779-1C21-E6F4F75103A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32748293"/>
                  </p:ext>
                </p:extLst>
              </p:nvPr>
            </p:nvGraphicFramePr>
            <p:xfrm>
              <a:off x="14387868" y="1671980"/>
              <a:ext cx="3647362" cy="3514039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647362" cy="3514039"/>
                    </a:xfrm>
                    <a:prstGeom prst="rect">
                      <a:avLst/>
                    </a:prstGeom>
                  </am3d:spPr>
                  <am3d:camera>
                    <am3d:pos x="0" y="0" z="638807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851" d="1000000"/>
                    <am3d:preTrans dx="0" dy="-14166666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454455" ay="1399729" az="606619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41866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>
                <a:extLst>
                  <a:ext uri="{FF2B5EF4-FFF2-40B4-BE49-F238E27FC236}">
                    <a16:creationId xmlns:a16="http://schemas.microsoft.com/office/drawing/2014/main" id="{444A52C6-9253-2779-1C21-E6F4F75103A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387868" y="1671980"/>
                <a:ext cx="3647362" cy="35140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>
                <a:extLst>
                  <a:ext uri="{FF2B5EF4-FFF2-40B4-BE49-F238E27FC236}">
                    <a16:creationId xmlns:a16="http://schemas.microsoft.com/office/drawing/2014/main" id="{D802B308-B90C-7D2C-5A2F-C6FB40095A1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31361683"/>
                  </p:ext>
                </p:extLst>
              </p:nvPr>
            </p:nvGraphicFramePr>
            <p:xfrm>
              <a:off x="3977101" y="1224392"/>
              <a:ext cx="4237796" cy="4409213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4237796" cy="4409213"/>
                    </a:xfrm>
                    <a:prstGeom prst="rect">
                      <a:avLst/>
                    </a:prstGeom>
                  </am3d:spPr>
                  <am3d:camera>
                    <am3d:pos x="0" y="0" z="7189021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785" d="1000000"/>
                    <am3d:preTrans dx="0" dy="-10423108" dz="-727083"/>
                    <am3d:scale>
                      <am3d:sx n="1000000" d="1000000"/>
                      <am3d:sy n="1000000" d="1000000"/>
                      <am3d:sz n="1000000" d="1000000"/>
                    </am3d:scale>
                    <am3d:rot ax="1250085" ay="1869865" az="668466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541866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>
                <a:extLst>
                  <a:ext uri="{FF2B5EF4-FFF2-40B4-BE49-F238E27FC236}">
                    <a16:creationId xmlns:a16="http://schemas.microsoft.com/office/drawing/2014/main" id="{D802B308-B90C-7D2C-5A2F-C6FB40095A1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77101" y="1224392"/>
                <a:ext cx="4237796" cy="44092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3D model 5">
                <a:extLst>
                  <a:ext uri="{FF2B5EF4-FFF2-40B4-BE49-F238E27FC236}">
                    <a16:creationId xmlns:a16="http://schemas.microsoft.com/office/drawing/2014/main" id="{C57DB26C-4339-E682-B683-8577FEB8146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338916" y="653790"/>
              <a:ext cx="3959062" cy="4018597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3959062" cy="4018597"/>
                    </a:xfrm>
                    <a:prstGeom prst="rect">
                      <a:avLst/>
                    </a:prstGeom>
                  </am3d:spPr>
                  <am3d:camera>
                    <am3d:pos x="0" y="0" z="5422492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053" d="1000000"/>
                    <am3d:preTrans dx="-11755876" dy="-5359964" dz="2162406"/>
                    <am3d:scale>
                      <am3d:sx n="1000000" d="1000000"/>
                      <am3d:sy n="1000000" d="1000000"/>
                      <am3d:sz n="1000000" d="1000000"/>
                    </am3d:scale>
                    <am3d:rot ax="1867935" ay="3449292" az="1619517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56458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3D model 5">
                <a:extLst>
                  <a:ext uri="{FF2B5EF4-FFF2-40B4-BE49-F238E27FC236}">
                    <a16:creationId xmlns:a16="http://schemas.microsoft.com/office/drawing/2014/main" id="{C57DB26C-4339-E682-B683-8577FEB8146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5338916" y="653790"/>
                <a:ext cx="3959062" cy="40185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model 6">
                <a:extLst>
                  <a:ext uri="{FF2B5EF4-FFF2-40B4-BE49-F238E27FC236}">
                    <a16:creationId xmlns:a16="http://schemas.microsoft.com/office/drawing/2014/main" id="{D8270F3A-0B44-E85E-4E81-A3C70B959DC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8867431" y="133350"/>
              <a:ext cx="2223818" cy="4713948"/>
            </p:xfrm>
            <a:graphic>
              <a:graphicData uri="http://schemas.microsoft.com/office/drawing/2017/model3d">
                <am3d:model3d r:embed="rId8">
                  <am3d:spPr>
                    <a:xfrm>
                      <a:off x="0" y="0"/>
                      <a:ext cx="2223818" cy="4713948"/>
                    </a:xfrm>
                    <a:prstGeom prst="rect">
                      <a:avLst/>
                    </a:prstGeom>
                  </am3d:spPr>
                  <am3d:camera>
                    <am3d:pos x="0" y="0" z="498027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524" d="1000000"/>
                    <am3d:preTrans dx="0" dy="244348" dz="81087"/>
                    <am3d:scale>
                      <am3d:sx n="1000000" d="1000000"/>
                      <am3d:sy n="1000000" d="1000000"/>
                      <am3d:sz n="1000000" d="1000000"/>
                    </am3d:scale>
                    <am3d:rot ax="2962596" ay="24386" az="28433"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541865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model 6">
                <a:extLst>
                  <a:ext uri="{FF2B5EF4-FFF2-40B4-BE49-F238E27FC236}">
                    <a16:creationId xmlns:a16="http://schemas.microsoft.com/office/drawing/2014/main" id="{D8270F3A-0B44-E85E-4E81-A3C70B959DC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8867431" y="133350"/>
                <a:ext cx="2223818" cy="47139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3D model 7">
                <a:extLst>
                  <a:ext uri="{FF2B5EF4-FFF2-40B4-BE49-F238E27FC236}">
                    <a16:creationId xmlns:a16="http://schemas.microsoft.com/office/drawing/2014/main" id="{9015404C-8553-4CD7-4C4A-5757DE5CDF0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5934332" y="714609"/>
              <a:ext cx="2656135" cy="1456591"/>
            </p:xfrm>
            <a:graphic>
              <a:graphicData uri="http://schemas.microsoft.com/office/drawing/2017/model3d">
                <am3d:model3d r:embed="rId10">
                  <am3d:spPr>
                    <a:xfrm>
                      <a:off x="0" y="0"/>
                      <a:ext cx="2656135" cy="1456591"/>
                    </a:xfrm>
                    <a:prstGeom prst="rect">
                      <a:avLst/>
                    </a:prstGeom>
                  </am3d:spPr>
                  <am3d:camera>
                    <am3d:pos x="0" y="0" z="5718621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333" d="1000000"/>
                    <am3d:preTrans dx="0" dy="719999" dz="238934"/>
                    <am3d:scale>
                      <am3d:sx n="1000000" d="1000000"/>
                      <am3d:sy n="1000000" d="1000000"/>
                      <am3d:sz n="1000000" d="1000000"/>
                    </am3d:scale>
                    <am3d:rot ax="5435265" ay="-4176617" az="-5437602"/>
                    <am3d:postTrans dx="0" dy="0" dz="0"/>
                  </am3d:trans>
                  <am3d:raster rName="Office3DRenderer" rVer="16.0.8326">
                    <am3d:blip r:embed="rId11"/>
                  </am3d:raster>
                  <am3d:objViewport viewportSz="412224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3D model 7">
                <a:extLst>
                  <a:ext uri="{FF2B5EF4-FFF2-40B4-BE49-F238E27FC236}">
                    <a16:creationId xmlns:a16="http://schemas.microsoft.com/office/drawing/2014/main" id="{9015404C-8553-4CD7-4C4A-5757DE5CDF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934332" y="714609"/>
                <a:ext cx="2656135" cy="145659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27022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C9F32-70ED-A780-243B-44ABE676C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>
                <a:extLst>
                  <a:ext uri="{FF2B5EF4-FFF2-40B4-BE49-F238E27FC236}">
                    <a16:creationId xmlns:a16="http://schemas.microsoft.com/office/drawing/2014/main" id="{A6BF45A3-D664-AEDB-FCC5-CBC7F57C028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56042359"/>
                  </p:ext>
                </p:extLst>
              </p:nvPr>
            </p:nvGraphicFramePr>
            <p:xfrm>
              <a:off x="10039349" y="4234849"/>
              <a:ext cx="2157577" cy="2011466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157577" cy="2011466"/>
                    </a:xfrm>
                    <a:prstGeom prst="rect">
                      <a:avLst/>
                    </a:prstGeom>
                  </am3d:spPr>
                  <am3d:camera>
                    <am3d:pos x="0" y="0" z="7189021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785" d="1000000"/>
                    <am3d:preTrans dx="0" dy="-10423108" dz="-727083"/>
                    <am3d:scale>
                      <am3d:sx n="1000000" d="1000000"/>
                      <am3d:sy n="1000000" d="1000000"/>
                      <am3d:sz n="1000000" d="1000000"/>
                    </am3d:scale>
                    <am3d:rot ax="546123" ay="2790726" az="39780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77124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>
                <a:extLst>
                  <a:ext uri="{FF2B5EF4-FFF2-40B4-BE49-F238E27FC236}">
                    <a16:creationId xmlns:a16="http://schemas.microsoft.com/office/drawing/2014/main" id="{A6BF45A3-D664-AEDB-FCC5-CBC7F57C028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39349" y="4234849"/>
                <a:ext cx="2157577" cy="2011466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Obrázek 1">
            <a:extLst>
              <a:ext uri="{FF2B5EF4-FFF2-40B4-BE49-F238E27FC236}">
                <a16:creationId xmlns:a16="http://schemas.microsoft.com/office/drawing/2014/main" id="{4B872EA1-CAAD-C7C9-468B-8BAD13758C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37"/>
          <a:stretch>
            <a:fillRect/>
          </a:stretch>
        </p:blipFill>
        <p:spPr>
          <a:xfrm>
            <a:off x="12644252" y="-101172"/>
            <a:ext cx="6181372" cy="6959172"/>
          </a:xfrm>
          <a:prstGeom prst="flowChartTerminator">
            <a:avLst/>
          </a:prstGeom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2093D63F-0E92-E0FA-6C65-68291F9B386B}"/>
              </a:ext>
            </a:extLst>
          </p:cNvPr>
          <p:cNvSpPr txBox="1"/>
          <p:nvPr/>
        </p:nvSpPr>
        <p:spPr>
          <a:xfrm>
            <a:off x="72404" y="133350"/>
            <a:ext cx="7771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>
                <a:solidFill>
                  <a:srgbClr val="EAA8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Mechanika</a:t>
            </a:r>
            <a:r>
              <a:rPr lang="cs-CZ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cs-CZ" sz="3200" dirty="0">
                <a:solidFill>
                  <a:srgbClr val="EAA8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pásů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>
                <a:extLst>
                  <a:ext uri="{FF2B5EF4-FFF2-40B4-BE49-F238E27FC236}">
                    <a16:creationId xmlns:a16="http://schemas.microsoft.com/office/drawing/2014/main" id="{D345CDBF-A4F2-0792-0D83-01E5E319620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08608730"/>
                  </p:ext>
                </p:extLst>
              </p:nvPr>
            </p:nvGraphicFramePr>
            <p:xfrm>
              <a:off x="2429335" y="-28009"/>
              <a:ext cx="6181371" cy="6274324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6181371" cy="6274324"/>
                    </a:xfrm>
                    <a:prstGeom prst="rect">
                      <a:avLst/>
                    </a:prstGeom>
                  </am3d:spPr>
                  <am3d:camera>
                    <am3d:pos x="0" y="0" z="5422492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053" d="1000000"/>
                    <am3d:preTrans dx="-11755876" dy="-5359964" dz="2162406"/>
                    <am3d:scale>
                      <am3d:sx n="1000000" d="1000000"/>
                      <am3d:sy n="1000000" d="1000000"/>
                      <am3d:sz n="1000000" d="1000000"/>
                    </am3d:scale>
                    <am3d:rot ax="1867935" ay="3449292" az="161951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884694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>
                <a:extLst>
                  <a:ext uri="{FF2B5EF4-FFF2-40B4-BE49-F238E27FC236}">
                    <a16:creationId xmlns:a16="http://schemas.microsoft.com/office/drawing/2014/main" id="{D345CDBF-A4F2-0792-0D83-01E5E319620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29335" y="-28009"/>
                <a:ext cx="6181371" cy="627432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76077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538E9-BED6-4884-3385-066A1BEE6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>
                <a:extLst>
                  <a:ext uri="{FF2B5EF4-FFF2-40B4-BE49-F238E27FC236}">
                    <a16:creationId xmlns:a16="http://schemas.microsoft.com/office/drawing/2014/main" id="{E2264125-868D-372C-C75B-291D7E9C486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13007546"/>
                  </p:ext>
                </p:extLst>
              </p:nvPr>
            </p:nvGraphicFramePr>
            <p:xfrm>
              <a:off x="9620250" y="3775796"/>
              <a:ext cx="2359734" cy="230758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359734" cy="2307587"/>
                    </a:xfrm>
                    <a:prstGeom prst="rect">
                      <a:avLst/>
                    </a:prstGeom>
                  </am3d:spPr>
                  <am3d:camera>
                    <am3d:pos x="0" y="0" z="7189021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785" d="1000000"/>
                    <am3d:preTrans dx="0" dy="-10423108" dz="-727083"/>
                    <am3d:scale>
                      <am3d:sx n="1000000" d="1000000"/>
                      <am3d:sy n="1000000" d="1000000"/>
                      <am3d:sz n="1000000" d="1000000"/>
                    </am3d:scale>
                    <am3d:rot ax="4940845" ay="-1162" az="-8628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79382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>
                <a:extLst>
                  <a:ext uri="{FF2B5EF4-FFF2-40B4-BE49-F238E27FC236}">
                    <a16:creationId xmlns:a16="http://schemas.microsoft.com/office/drawing/2014/main" id="{E2264125-868D-372C-C75B-291D7E9C486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20250" y="3775796"/>
                <a:ext cx="2359734" cy="2307587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ovéPole 2">
            <a:extLst>
              <a:ext uri="{FF2B5EF4-FFF2-40B4-BE49-F238E27FC236}">
                <a16:creationId xmlns:a16="http://schemas.microsoft.com/office/drawing/2014/main" id="{CF00D008-E5B8-1DBD-38A5-CA60D2239FED}"/>
              </a:ext>
            </a:extLst>
          </p:cNvPr>
          <p:cNvSpPr txBox="1"/>
          <p:nvPr/>
        </p:nvSpPr>
        <p:spPr>
          <a:xfrm>
            <a:off x="72404" y="133350"/>
            <a:ext cx="7771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>
                <a:solidFill>
                  <a:srgbClr val="EAA8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Mechanika pásů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3D model 5">
                <a:extLst>
                  <a:ext uri="{FF2B5EF4-FFF2-40B4-BE49-F238E27FC236}">
                    <a16:creationId xmlns:a16="http://schemas.microsoft.com/office/drawing/2014/main" id="{5561C34A-58D1-AFBB-C936-07BF24FCCBD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42258775"/>
                  </p:ext>
                </p:extLst>
              </p:nvPr>
            </p:nvGraphicFramePr>
            <p:xfrm>
              <a:off x="4121600" y="-1301930"/>
              <a:ext cx="3346000" cy="7385314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3346000" cy="7385314"/>
                    </a:xfrm>
                    <a:prstGeom prst="rect">
                      <a:avLst/>
                    </a:prstGeom>
                  </am3d:spPr>
                  <am3d:camera>
                    <am3d:pos x="0" y="0" z="5422492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053" d="1000000"/>
                    <am3d:preTrans dx="-11755876" dy="-5359964" dz="2162406"/>
                    <am3d:scale>
                      <am3d:sx n="1000000" d="1000000"/>
                      <am3d:sy n="1000000" d="1000000"/>
                      <am3d:sz n="1000000" d="1000000"/>
                    </am3d:scale>
                    <am3d:rot ax="5171873" ay="3696669" az="5140799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887613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3D model 5">
                <a:extLst>
                  <a:ext uri="{FF2B5EF4-FFF2-40B4-BE49-F238E27FC236}">
                    <a16:creationId xmlns:a16="http://schemas.microsoft.com/office/drawing/2014/main" id="{5561C34A-58D1-AFBB-C936-07BF24FCCB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21600" y="-1301930"/>
                <a:ext cx="3346000" cy="73853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model 6">
                <a:extLst>
                  <a:ext uri="{FF2B5EF4-FFF2-40B4-BE49-F238E27FC236}">
                    <a16:creationId xmlns:a16="http://schemas.microsoft.com/office/drawing/2014/main" id="{02AC76C0-4F41-3E47-1A28-F2DD0A3AE17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8867431" y="133350"/>
              <a:ext cx="2223818" cy="4713948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2223818" cy="4713948"/>
                    </a:xfrm>
                    <a:prstGeom prst="rect">
                      <a:avLst/>
                    </a:prstGeom>
                  </am3d:spPr>
                  <am3d:camera>
                    <am3d:pos x="0" y="0" z="498027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524" d="1000000"/>
                    <am3d:preTrans dx="0" dy="244348" dz="81087"/>
                    <am3d:scale>
                      <am3d:sx n="1000000" d="1000000"/>
                      <am3d:sy n="1000000" d="1000000"/>
                      <am3d:sz n="1000000" d="1000000"/>
                    </am3d:scale>
                    <am3d:rot ax="2962596" ay="24386" az="28433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541865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model 6">
                <a:extLst>
                  <a:ext uri="{FF2B5EF4-FFF2-40B4-BE49-F238E27FC236}">
                    <a16:creationId xmlns:a16="http://schemas.microsoft.com/office/drawing/2014/main" id="{02AC76C0-4F41-3E47-1A28-F2DD0A3AE17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8867431" y="133350"/>
                <a:ext cx="2223818" cy="47139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3D model 7">
                <a:extLst>
                  <a:ext uri="{FF2B5EF4-FFF2-40B4-BE49-F238E27FC236}">
                    <a16:creationId xmlns:a16="http://schemas.microsoft.com/office/drawing/2014/main" id="{C3D6E1C8-CE61-32B0-EFEB-BB01B8199AA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5934332" y="714609"/>
              <a:ext cx="2656135" cy="1456591"/>
            </p:xfrm>
            <a:graphic>
              <a:graphicData uri="http://schemas.microsoft.com/office/drawing/2017/model3d">
                <am3d:model3d r:embed="rId8">
                  <am3d:spPr>
                    <a:xfrm>
                      <a:off x="0" y="0"/>
                      <a:ext cx="2656135" cy="1456591"/>
                    </a:xfrm>
                    <a:prstGeom prst="rect">
                      <a:avLst/>
                    </a:prstGeom>
                  </am3d:spPr>
                  <am3d:camera>
                    <am3d:pos x="0" y="0" z="5718621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333" d="1000000"/>
                    <am3d:preTrans dx="0" dy="719999" dz="238934"/>
                    <am3d:scale>
                      <am3d:sx n="1000000" d="1000000"/>
                      <am3d:sy n="1000000" d="1000000"/>
                      <am3d:sz n="1000000" d="1000000"/>
                    </am3d:scale>
                    <am3d:rot ax="5435265" ay="-4176617" az="-5437602"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412224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3D model 7">
                <a:extLst>
                  <a:ext uri="{FF2B5EF4-FFF2-40B4-BE49-F238E27FC236}">
                    <a16:creationId xmlns:a16="http://schemas.microsoft.com/office/drawing/2014/main" id="{C3D6E1C8-CE61-32B0-EFEB-BB01B8199AA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934332" y="714609"/>
                <a:ext cx="2656135" cy="145659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73206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>
                <a:extLst>
                  <a:ext uri="{FF2B5EF4-FFF2-40B4-BE49-F238E27FC236}">
                    <a16:creationId xmlns:a16="http://schemas.microsoft.com/office/drawing/2014/main" id="{0498E844-ADA4-6650-598C-BC11C38B549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78528923"/>
                  </p:ext>
                </p:extLst>
              </p:nvPr>
            </p:nvGraphicFramePr>
            <p:xfrm>
              <a:off x="834608" y="669244"/>
              <a:ext cx="5122562" cy="4749611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5122562" cy="4749611"/>
                    </a:xfrm>
                    <a:prstGeom prst="rect">
                      <a:avLst/>
                    </a:prstGeom>
                  </am3d:spPr>
                  <am3d:camera>
                    <am3d:pos x="0" y="0" z="498027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524" d="1000000"/>
                    <am3d:preTrans dx="0" dy="244348" dz="81087"/>
                    <am3d:scale>
                      <am3d:sx n="1000000" d="1000000"/>
                      <am3d:sy n="1000000" d="1000000"/>
                      <am3d:sz n="1000000" d="1000000"/>
                    </am3d:scale>
                    <am3d:rot ax="2771665" ay="-1355816" az="-1309882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624140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>
                <a:extLst>
                  <a:ext uri="{FF2B5EF4-FFF2-40B4-BE49-F238E27FC236}">
                    <a16:creationId xmlns:a16="http://schemas.microsoft.com/office/drawing/2014/main" id="{0498E844-ADA4-6650-598C-BC11C38B549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4608" y="669244"/>
                <a:ext cx="5122562" cy="47496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>
                <a:extLst>
                  <a:ext uri="{FF2B5EF4-FFF2-40B4-BE49-F238E27FC236}">
                    <a16:creationId xmlns:a16="http://schemas.microsoft.com/office/drawing/2014/main" id="{F5585AB4-7E1E-6A3B-3472-91F1BB9BCCD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47115728"/>
                  </p:ext>
                </p:extLst>
              </p:nvPr>
            </p:nvGraphicFramePr>
            <p:xfrm>
              <a:off x="7243537" y="1212169"/>
              <a:ext cx="4042454" cy="2216831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4042454" cy="2216831"/>
                    </a:xfrm>
                    <a:prstGeom prst="rect">
                      <a:avLst/>
                    </a:prstGeom>
                  </am3d:spPr>
                  <am3d:camera>
                    <am3d:pos x="0" y="0" z="5718621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333" d="1000000"/>
                    <am3d:preTrans dx="0" dy="719999" dz="238934"/>
                    <am3d:scale>
                      <am3d:sx n="1000000" d="1000000"/>
                      <am3d:sy n="1000000" d="1000000"/>
                      <am3d:sz n="1000000" d="1000000"/>
                    </am3d:scale>
                    <am3d:rot ax="5435265" ay="-4176617" az="-5437602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627377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>
                <a:extLst>
                  <a:ext uri="{FF2B5EF4-FFF2-40B4-BE49-F238E27FC236}">
                    <a16:creationId xmlns:a16="http://schemas.microsoft.com/office/drawing/2014/main" id="{F5585AB4-7E1E-6A3B-3472-91F1BB9BCCD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43537" y="1212169"/>
                <a:ext cx="4042454" cy="22168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3D model 5">
                <a:extLst>
                  <a:ext uri="{FF2B5EF4-FFF2-40B4-BE49-F238E27FC236}">
                    <a16:creationId xmlns:a16="http://schemas.microsoft.com/office/drawing/2014/main" id="{59A0915A-8830-DD6C-1BBF-69712D95019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51016078"/>
                  </p:ext>
                </p:extLst>
              </p:nvPr>
            </p:nvGraphicFramePr>
            <p:xfrm>
              <a:off x="9464195" y="3774326"/>
              <a:ext cx="2671843" cy="2310526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2671843" cy="2310526"/>
                    </a:xfrm>
                    <a:prstGeom prst="rect">
                      <a:avLst/>
                    </a:prstGeom>
                  </am3d:spPr>
                  <am3d:camera>
                    <am3d:pos x="0" y="0" z="7189021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785" d="1000000"/>
                    <am3d:preTrans dx="0" dy="-10423108" dz="-727083"/>
                    <am3d:scale>
                      <am3d:sx n="1000000" d="1000000"/>
                      <am3d:sy n="1000000" d="1000000"/>
                      <am3d:sz n="1000000" d="1000000"/>
                    </am3d:scale>
                    <am3d:rot ax="1396446" ay="-5316557" az="-1396064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379382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3D model 5">
                <a:extLst>
                  <a:ext uri="{FF2B5EF4-FFF2-40B4-BE49-F238E27FC236}">
                    <a16:creationId xmlns:a16="http://schemas.microsoft.com/office/drawing/2014/main" id="{59A0915A-8830-DD6C-1BBF-69712D95019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64195" y="3774326"/>
                <a:ext cx="2671843" cy="2310526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ovéPole 8">
            <a:extLst>
              <a:ext uri="{FF2B5EF4-FFF2-40B4-BE49-F238E27FC236}">
                <a16:creationId xmlns:a16="http://schemas.microsoft.com/office/drawing/2014/main" id="{80A17B26-B186-9A69-0835-83254E2DBB28}"/>
              </a:ext>
            </a:extLst>
          </p:cNvPr>
          <p:cNvSpPr txBox="1"/>
          <p:nvPr/>
        </p:nvSpPr>
        <p:spPr>
          <a:xfrm>
            <a:off x="72404" y="133350"/>
            <a:ext cx="7771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>
                <a:solidFill>
                  <a:srgbClr val="EAA8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Pásy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>
                <a:extLst>
                  <a:ext uri="{FF2B5EF4-FFF2-40B4-BE49-F238E27FC236}">
                    <a16:creationId xmlns:a16="http://schemas.microsoft.com/office/drawing/2014/main" id="{E0F73138-C0CA-7E27-E705-0A7B0AA997D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16127342"/>
                  </p:ext>
                </p:extLst>
              </p:nvPr>
            </p:nvGraphicFramePr>
            <p:xfrm>
              <a:off x="13891313" y="1303205"/>
              <a:ext cx="7085673" cy="3481687"/>
            </p:xfrm>
            <a:graphic>
              <a:graphicData uri="http://schemas.microsoft.com/office/drawing/2017/model3d">
                <am3d:model3d r:embed="rId8">
                  <am3d:spPr>
                    <a:xfrm>
                      <a:off x="0" y="0"/>
                      <a:ext cx="7085673" cy="3481687"/>
                    </a:xfrm>
                    <a:prstGeom prst="rect">
                      <a:avLst/>
                    </a:prstGeom>
                  </am3d:spPr>
                  <am3d:camera>
                    <am3d:pos x="0" y="0" z="5422492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053" d="1000000"/>
                    <am3d:preTrans dx="-11755876" dy="-5359964" dz="2162406"/>
                    <am3d:scale>
                      <am3d:sx n="1000000" d="1000000"/>
                      <am3d:sy n="1000000" d="1000000"/>
                      <am3d:sz n="1000000" d="1000000"/>
                    </am3d:scale>
                    <am3d:rot ax="10142945" ay="-175633" az="-10766038"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887613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>
                <a:extLst>
                  <a:ext uri="{FF2B5EF4-FFF2-40B4-BE49-F238E27FC236}">
                    <a16:creationId xmlns:a16="http://schemas.microsoft.com/office/drawing/2014/main" id="{E0F73138-C0CA-7E27-E705-0A7B0AA997D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891313" y="1303205"/>
                <a:ext cx="7085673" cy="348168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74832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6581B-F422-E4E4-8E60-2BA29690E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>
                <a:extLst>
                  <a:ext uri="{FF2B5EF4-FFF2-40B4-BE49-F238E27FC236}">
                    <a16:creationId xmlns:a16="http://schemas.microsoft.com/office/drawing/2014/main" id="{F56FFD0D-1968-0A15-939B-D44DA5FF833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49736923"/>
                  </p:ext>
                </p:extLst>
              </p:nvPr>
            </p:nvGraphicFramePr>
            <p:xfrm>
              <a:off x="589159" y="922352"/>
              <a:ext cx="5613459" cy="4243394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5613459" cy="4243394"/>
                    </a:xfrm>
                    <a:prstGeom prst="rect">
                      <a:avLst/>
                    </a:prstGeom>
                  </am3d:spPr>
                  <am3d:camera>
                    <am3d:pos x="0" y="0" z="498027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524" d="1000000"/>
                    <am3d:preTrans dx="0" dy="244348" dz="81087"/>
                    <am3d:scale>
                      <am3d:sx n="1000000" d="1000000"/>
                      <am3d:sy n="1000000" d="1000000"/>
                      <am3d:sz n="1000000" d="1000000"/>
                    </am3d:scale>
                    <am3d:rot ax="-2742888" ay="-2047347" az="1794299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624140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>
                <a:extLst>
                  <a:ext uri="{FF2B5EF4-FFF2-40B4-BE49-F238E27FC236}">
                    <a16:creationId xmlns:a16="http://schemas.microsoft.com/office/drawing/2014/main" id="{F56FFD0D-1968-0A15-939B-D44DA5FF833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9159" y="922352"/>
                <a:ext cx="5613459" cy="42433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>
                <a:extLst>
                  <a:ext uri="{FF2B5EF4-FFF2-40B4-BE49-F238E27FC236}">
                    <a16:creationId xmlns:a16="http://schemas.microsoft.com/office/drawing/2014/main" id="{79706986-78CB-5424-CECA-DEBF62EDF03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55745741"/>
                  </p:ext>
                </p:extLst>
              </p:nvPr>
            </p:nvGraphicFramePr>
            <p:xfrm>
              <a:off x="7298854" y="1102271"/>
              <a:ext cx="3931819" cy="2436626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3931819" cy="2436626"/>
                    </a:xfrm>
                    <a:prstGeom prst="rect">
                      <a:avLst/>
                    </a:prstGeom>
                  </am3d:spPr>
                  <am3d:camera>
                    <am3d:pos x="0" y="0" z="5718621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333" d="1000000"/>
                    <am3d:preTrans dx="0" dy="719999" dz="238934"/>
                    <am3d:scale>
                      <am3d:sx n="1000000" d="1000000"/>
                      <am3d:sy n="1000000" d="1000000"/>
                      <am3d:sz n="1000000" d="1000000"/>
                    </am3d:scale>
                    <am3d:rot ax="-5070078" ay="-4952575" az="5067294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627377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>
                <a:extLst>
                  <a:ext uri="{FF2B5EF4-FFF2-40B4-BE49-F238E27FC236}">
                    <a16:creationId xmlns:a16="http://schemas.microsoft.com/office/drawing/2014/main" id="{79706986-78CB-5424-CECA-DEBF62EDF03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98854" y="1102271"/>
                <a:ext cx="3931819" cy="24366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3D model 5">
                <a:extLst>
                  <a:ext uri="{FF2B5EF4-FFF2-40B4-BE49-F238E27FC236}">
                    <a16:creationId xmlns:a16="http://schemas.microsoft.com/office/drawing/2014/main" id="{24C1CBB2-84E9-2D2E-7E2C-954082763A7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92799428"/>
                  </p:ext>
                </p:extLst>
              </p:nvPr>
            </p:nvGraphicFramePr>
            <p:xfrm>
              <a:off x="9131003" y="4202884"/>
              <a:ext cx="2881026" cy="2234459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2881026" cy="2234459"/>
                    </a:xfrm>
                    <a:prstGeom prst="rect">
                      <a:avLst/>
                    </a:prstGeom>
                  </am3d:spPr>
                  <am3d:camera>
                    <am3d:pos x="0" y="0" z="7189021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785" d="1000000"/>
                    <am3d:preTrans dx="0" dy="-10423108" dz="-727083"/>
                    <am3d:scale>
                      <am3d:sx n="1000000" d="1000000"/>
                      <am3d:sy n="1000000" d="1000000"/>
                      <am3d:sz n="1000000" d="1000000"/>
                    </am3d:scale>
                    <am3d:rot ax="-10697317" ay="602" az="-10799957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379382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3D model 5">
                <a:extLst>
                  <a:ext uri="{FF2B5EF4-FFF2-40B4-BE49-F238E27FC236}">
                    <a16:creationId xmlns:a16="http://schemas.microsoft.com/office/drawing/2014/main" id="{24C1CBB2-84E9-2D2E-7E2C-954082763A7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31003" y="4202884"/>
                <a:ext cx="2881026" cy="22344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>
                <a:extLst>
                  <a:ext uri="{FF2B5EF4-FFF2-40B4-BE49-F238E27FC236}">
                    <a16:creationId xmlns:a16="http://schemas.microsoft.com/office/drawing/2014/main" id="{4B27E15A-1C96-2A81-4906-7778F47E8CD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55810260"/>
                  </p:ext>
                </p:extLst>
              </p:nvPr>
            </p:nvGraphicFramePr>
            <p:xfrm>
              <a:off x="5780524" y="3844556"/>
              <a:ext cx="2593960" cy="2612963"/>
            </p:xfrm>
            <a:graphic>
              <a:graphicData uri="http://schemas.microsoft.com/office/drawing/2017/model3d">
                <am3d:model3d r:embed="rId8">
                  <am3d:spPr>
                    <a:xfrm>
                      <a:off x="0" y="0"/>
                      <a:ext cx="2593960" cy="2612963"/>
                    </a:xfrm>
                    <a:prstGeom prst="rect">
                      <a:avLst/>
                    </a:prstGeom>
                  </am3d:spPr>
                  <am3d:camera>
                    <am3d:pos x="0" y="0" z="7152224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632" d="1000000"/>
                    <am3d:preTrans dx="0" dy="0" dz="5721926"/>
                    <am3d:scale>
                      <am3d:sx n="1000000" d="1000000"/>
                      <am3d:sy n="1000000" d="1000000"/>
                      <am3d:sz n="1000000" d="1000000"/>
                    </am3d:scale>
                    <am3d:rot ax="7204709" ay="2480589" az="7874616"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363914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>
                <a:extLst>
                  <a:ext uri="{FF2B5EF4-FFF2-40B4-BE49-F238E27FC236}">
                    <a16:creationId xmlns:a16="http://schemas.microsoft.com/office/drawing/2014/main" id="{4B27E15A-1C96-2A81-4906-7778F47E8CD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80524" y="3844556"/>
                <a:ext cx="2593960" cy="2612963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ovéPole 2">
            <a:extLst>
              <a:ext uri="{FF2B5EF4-FFF2-40B4-BE49-F238E27FC236}">
                <a16:creationId xmlns:a16="http://schemas.microsoft.com/office/drawing/2014/main" id="{99B03490-D1BF-D9FE-208D-0BBE5607475C}"/>
              </a:ext>
            </a:extLst>
          </p:cNvPr>
          <p:cNvSpPr txBox="1"/>
          <p:nvPr/>
        </p:nvSpPr>
        <p:spPr>
          <a:xfrm>
            <a:off x="72404" y="133350"/>
            <a:ext cx="7771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>
                <a:solidFill>
                  <a:srgbClr val="EAA8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Pásy</a:t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47A92009-0452-E7E2-4D9C-9BB680CE2D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99527" y="718125"/>
            <a:ext cx="8516358" cy="516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3821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véPole 1">
            <a:extLst>
              <a:ext uri="{FF2B5EF4-FFF2-40B4-BE49-F238E27FC236}">
                <a16:creationId xmlns:a16="http://schemas.microsoft.com/office/drawing/2014/main" id="{C857A98D-9FCA-9B79-5C44-40C4134EECF2}"/>
              </a:ext>
            </a:extLst>
          </p:cNvPr>
          <p:cNvSpPr txBox="1"/>
          <p:nvPr/>
        </p:nvSpPr>
        <p:spPr>
          <a:xfrm>
            <a:off x="72404" y="133350"/>
            <a:ext cx="7771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>
                <a:solidFill>
                  <a:srgbClr val="EAA8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Návrh zapojení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B112F12C-831B-D395-63B6-33B704157D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821" y="844673"/>
            <a:ext cx="8516358" cy="5168654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3D model 12">
                <a:extLst>
                  <a:ext uri="{FF2B5EF4-FFF2-40B4-BE49-F238E27FC236}">
                    <a16:creationId xmlns:a16="http://schemas.microsoft.com/office/drawing/2014/main" id="{CE1A9F0A-E34C-89FA-0064-71D59375F7E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14237668"/>
                  </p:ext>
                </p:extLst>
              </p:nvPr>
            </p:nvGraphicFramePr>
            <p:xfrm>
              <a:off x="13212065" y="538206"/>
              <a:ext cx="5613459" cy="4243394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5613459" cy="4243394"/>
                    </a:xfrm>
                    <a:prstGeom prst="rect">
                      <a:avLst/>
                    </a:prstGeom>
                  </am3d:spPr>
                  <am3d:camera>
                    <am3d:pos x="0" y="0" z="498027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524" d="1000000"/>
                    <am3d:preTrans dx="0" dy="244348" dz="81087"/>
                    <am3d:scale>
                      <am3d:sx n="1000000" d="1000000"/>
                      <am3d:sy n="1000000" d="1000000"/>
                      <am3d:sz n="1000000" d="1000000"/>
                    </am3d:scale>
                    <am3d:rot ax="-2742888" ay="-2047347" az="1794299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624140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3D model 12">
                <a:extLst>
                  <a:ext uri="{FF2B5EF4-FFF2-40B4-BE49-F238E27FC236}">
                    <a16:creationId xmlns:a16="http://schemas.microsoft.com/office/drawing/2014/main" id="{CE1A9F0A-E34C-89FA-0064-71D59375F7E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12065" y="538206"/>
                <a:ext cx="5613459" cy="42433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3D model 13">
                <a:extLst>
                  <a:ext uri="{FF2B5EF4-FFF2-40B4-BE49-F238E27FC236}">
                    <a16:creationId xmlns:a16="http://schemas.microsoft.com/office/drawing/2014/main" id="{4F67E996-0D7B-C977-4C5A-91BC63A5680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9521465"/>
                  </p:ext>
                </p:extLst>
              </p:nvPr>
            </p:nvGraphicFramePr>
            <p:xfrm>
              <a:off x="19921760" y="718125"/>
              <a:ext cx="3931819" cy="2436626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931819" cy="2436626"/>
                    </a:xfrm>
                    <a:prstGeom prst="rect">
                      <a:avLst/>
                    </a:prstGeom>
                  </am3d:spPr>
                  <am3d:camera>
                    <am3d:pos x="0" y="0" z="5718621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333" d="1000000"/>
                    <am3d:preTrans dx="0" dy="719999" dz="238934"/>
                    <am3d:scale>
                      <am3d:sx n="1000000" d="1000000"/>
                      <am3d:sy n="1000000" d="1000000"/>
                      <am3d:sz n="1000000" d="1000000"/>
                    </am3d:scale>
                    <am3d:rot ax="-5070078" ay="-4952575" az="5067294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627377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3D model 13">
                <a:extLst>
                  <a:ext uri="{FF2B5EF4-FFF2-40B4-BE49-F238E27FC236}">
                    <a16:creationId xmlns:a16="http://schemas.microsoft.com/office/drawing/2014/main" id="{4F67E996-0D7B-C977-4C5A-91BC63A568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921760" y="718125"/>
                <a:ext cx="3931819" cy="24366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3D model 14">
                <a:extLst>
                  <a:ext uri="{FF2B5EF4-FFF2-40B4-BE49-F238E27FC236}">
                    <a16:creationId xmlns:a16="http://schemas.microsoft.com/office/drawing/2014/main" id="{6B35383F-1784-3C22-2083-86E5483885B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99249963"/>
                  </p:ext>
                </p:extLst>
              </p:nvPr>
            </p:nvGraphicFramePr>
            <p:xfrm>
              <a:off x="21753909" y="3818738"/>
              <a:ext cx="2881026" cy="2234459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2881026" cy="2234459"/>
                    </a:xfrm>
                    <a:prstGeom prst="rect">
                      <a:avLst/>
                    </a:prstGeom>
                  </am3d:spPr>
                  <am3d:camera>
                    <am3d:pos x="0" y="0" z="7189021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785" d="1000000"/>
                    <am3d:preTrans dx="0" dy="-10423108" dz="-727083"/>
                    <am3d:scale>
                      <am3d:sx n="1000000" d="1000000"/>
                      <am3d:sy n="1000000" d="1000000"/>
                      <am3d:sz n="1000000" d="1000000"/>
                    </am3d:scale>
                    <am3d:rot ax="-10697317" ay="602" az="-10799957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379382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3D model 14">
                <a:extLst>
                  <a:ext uri="{FF2B5EF4-FFF2-40B4-BE49-F238E27FC236}">
                    <a16:creationId xmlns:a16="http://schemas.microsoft.com/office/drawing/2014/main" id="{6B35383F-1784-3C22-2083-86E5483885B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753909" y="3818738"/>
                <a:ext cx="2881026" cy="22344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6" name="3D model 15">
                <a:extLst>
                  <a:ext uri="{FF2B5EF4-FFF2-40B4-BE49-F238E27FC236}">
                    <a16:creationId xmlns:a16="http://schemas.microsoft.com/office/drawing/2014/main" id="{23EC75BB-9A8C-2D85-1891-7066331D930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15114104"/>
                  </p:ext>
                </p:extLst>
              </p:nvPr>
            </p:nvGraphicFramePr>
            <p:xfrm>
              <a:off x="18403430" y="3460410"/>
              <a:ext cx="2593960" cy="2612963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2593960" cy="2612963"/>
                    </a:xfrm>
                    <a:prstGeom prst="rect">
                      <a:avLst/>
                    </a:prstGeom>
                  </am3d:spPr>
                  <am3d:camera>
                    <am3d:pos x="0" y="0" z="7152224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632" d="1000000"/>
                    <am3d:preTrans dx="0" dy="0" dz="5721926"/>
                    <am3d:scale>
                      <am3d:sx n="1000000" d="1000000"/>
                      <am3d:sy n="1000000" d="1000000"/>
                      <am3d:sz n="1000000" d="1000000"/>
                    </am3d:scale>
                    <am3d:rot ax="7204709" ay="2480589" az="7874616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363914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6" name="3D model 15">
                <a:extLst>
                  <a:ext uri="{FF2B5EF4-FFF2-40B4-BE49-F238E27FC236}">
                    <a16:creationId xmlns:a16="http://schemas.microsoft.com/office/drawing/2014/main" id="{23EC75BB-9A8C-2D85-1891-7066331D930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403430" y="3460410"/>
                <a:ext cx="2593960" cy="2612963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ovéPole 16">
            <a:extLst>
              <a:ext uri="{FF2B5EF4-FFF2-40B4-BE49-F238E27FC236}">
                <a16:creationId xmlns:a16="http://schemas.microsoft.com/office/drawing/2014/main" id="{CDA21D88-3866-2700-987F-9FDD30797EB9}"/>
              </a:ext>
            </a:extLst>
          </p:cNvPr>
          <p:cNvSpPr txBox="1"/>
          <p:nvPr/>
        </p:nvSpPr>
        <p:spPr>
          <a:xfrm>
            <a:off x="-11953659" y="538206"/>
            <a:ext cx="7771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>
                <a:solidFill>
                  <a:srgbClr val="EAA8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Budoucnost a autonomní řízení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F4FAAA30-5CAC-6786-3D64-DB386DDEC6D3}"/>
              </a:ext>
            </a:extLst>
          </p:cNvPr>
          <p:cNvSpPr txBox="1"/>
          <p:nvPr/>
        </p:nvSpPr>
        <p:spPr>
          <a:xfrm>
            <a:off x="-11873663" y="1281156"/>
            <a:ext cx="73056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Výkonnější čip a AI</a:t>
            </a:r>
          </a:p>
          <a:p>
            <a:r>
              <a:rPr lang="cs-CZ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Kamery a senzory</a:t>
            </a:r>
          </a:p>
          <a:p>
            <a:r>
              <a:rPr lang="cs-CZ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Pohyblivé ruce</a:t>
            </a:r>
          </a:p>
          <a:p>
            <a:r>
              <a:rPr lang="cs-CZ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Vzhled</a:t>
            </a:r>
          </a:p>
        </p:txBody>
      </p:sp>
      <p:pic>
        <p:nvPicPr>
          <p:cNvPr id="19" name="Obrázek 18" descr="Wall-E Pic Eve Film Pixar Free Transparent Image HQ Transparent HQ PNG  Download | FreePNGimg">
            <a:extLst>
              <a:ext uri="{FF2B5EF4-FFF2-40B4-BE49-F238E27FC236}">
                <a16:creationId xmlns:a16="http://schemas.microsoft.com/office/drawing/2014/main" id="{FDB9CA62-137E-D02D-EC1A-F4B2456C664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5930063" y="937460"/>
            <a:ext cx="5371498" cy="579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2977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>
            <a:extLst>
              <a:ext uri="{FF2B5EF4-FFF2-40B4-BE49-F238E27FC236}">
                <a16:creationId xmlns:a16="http://schemas.microsoft.com/office/drawing/2014/main" id="{84A363DF-AF72-0E99-E074-E11C328D744B}"/>
              </a:ext>
            </a:extLst>
          </p:cNvPr>
          <p:cNvSpPr txBox="1"/>
          <p:nvPr/>
        </p:nvSpPr>
        <p:spPr>
          <a:xfrm>
            <a:off x="72404" y="133350"/>
            <a:ext cx="7771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>
                <a:solidFill>
                  <a:srgbClr val="EAA8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Budoucnost a autonomní řízení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6FD59089-AB04-0EF4-3339-24BCD44A485D}"/>
              </a:ext>
            </a:extLst>
          </p:cNvPr>
          <p:cNvSpPr txBox="1"/>
          <p:nvPr/>
        </p:nvSpPr>
        <p:spPr>
          <a:xfrm>
            <a:off x="152400" y="876300"/>
            <a:ext cx="73056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Výkonnější čip a AI</a:t>
            </a:r>
          </a:p>
          <a:p>
            <a:r>
              <a:rPr lang="cs-CZ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Kamery a senzory</a:t>
            </a:r>
          </a:p>
          <a:p>
            <a:r>
              <a:rPr lang="cs-CZ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Pohyblivé ruce</a:t>
            </a:r>
          </a:p>
          <a:p>
            <a:r>
              <a:rPr lang="cs-CZ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Vzhled</a:t>
            </a:r>
          </a:p>
        </p:txBody>
      </p:sp>
      <p:pic>
        <p:nvPicPr>
          <p:cNvPr id="6" name="Obrázek 5" descr="Wall-E Pic Eve Film Pixar Free Transparent Image HQ Transparent HQ PNG  Download | FreePNGimg">
            <a:extLst>
              <a:ext uri="{FF2B5EF4-FFF2-40B4-BE49-F238E27FC236}">
                <a16:creationId xmlns:a16="http://schemas.microsoft.com/office/drawing/2014/main" id="{3A38EFA3-6103-1DF9-C9B6-A05A3C610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532604"/>
            <a:ext cx="5371498" cy="5792792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8F4338A8-834A-E874-7AD9-51B981057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2915" y="532604"/>
            <a:ext cx="8516358" cy="5168654"/>
          </a:xfrm>
          <a:prstGeom prst="rect">
            <a:avLst/>
          </a:prstGeom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3A6A64D2-094C-35CA-7F3F-F54ACF5BAD24}"/>
              </a:ext>
            </a:extLst>
          </p:cNvPr>
          <p:cNvSpPr txBox="1"/>
          <p:nvPr/>
        </p:nvSpPr>
        <p:spPr>
          <a:xfrm>
            <a:off x="5410200" y="-1467516"/>
            <a:ext cx="6781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[2] FREEPNGIMG. </a:t>
            </a:r>
            <a:r>
              <a:rPr lang="cs-CZ" i="1" dirty="0">
                <a:solidFill>
                  <a:schemeClr val="bg1"/>
                </a:solidFill>
              </a:rPr>
              <a:t>Wall-e Pic </a:t>
            </a:r>
            <a:r>
              <a:rPr lang="cs-CZ" i="1" dirty="0" err="1">
                <a:solidFill>
                  <a:schemeClr val="bg1"/>
                </a:solidFill>
              </a:rPr>
              <a:t>Eve</a:t>
            </a:r>
            <a:r>
              <a:rPr lang="cs-CZ" i="1" dirty="0">
                <a:solidFill>
                  <a:schemeClr val="bg1"/>
                </a:solidFill>
              </a:rPr>
              <a:t> Film Pixar Free Transparent Image HQ</a:t>
            </a:r>
            <a:r>
              <a:rPr lang="cs-CZ" dirty="0">
                <a:solidFill>
                  <a:schemeClr val="bg1"/>
                </a:solidFill>
              </a:rPr>
              <a:t> [online]. [cit. 2026-06-11]. Dostupné z: </a:t>
            </a:r>
            <a:r>
              <a:rPr lang="cs-CZ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https://freepngimg.com/png/65230-wall-e-pic-eve-film-pixar-free-transparent-image-hq</a:t>
            </a:r>
            <a:endParaRPr lang="cs-C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5410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B74D539-50D8-F882-93AB-68FC6F403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219" y="107820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cs-CZ" dirty="0">
                <a:solidFill>
                  <a:schemeClr val="bg1"/>
                </a:solidFill>
              </a:rPr>
              <a:t>Nějaké otázky?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2200A404-FB52-D7BB-CDB2-0833A2947F1B}"/>
              </a:ext>
            </a:extLst>
          </p:cNvPr>
          <p:cNvSpPr txBox="1"/>
          <p:nvPr/>
        </p:nvSpPr>
        <p:spPr>
          <a:xfrm>
            <a:off x="72404" y="133350"/>
            <a:ext cx="7771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600" dirty="0">
                <a:solidFill>
                  <a:srgbClr val="EAA8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Děkuji vám za pozornost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D8F37365-41E6-59D7-CBB5-B606BACA832B}"/>
              </a:ext>
            </a:extLst>
          </p:cNvPr>
          <p:cNvSpPr txBox="1"/>
          <p:nvPr/>
        </p:nvSpPr>
        <p:spPr>
          <a:xfrm>
            <a:off x="13293104" y="380427"/>
            <a:ext cx="7771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>
                <a:solidFill>
                  <a:srgbClr val="EAA8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Budoucnost a autonomní řízení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78CF02C7-949B-4F1D-570B-48E11414150A}"/>
              </a:ext>
            </a:extLst>
          </p:cNvPr>
          <p:cNvSpPr txBox="1"/>
          <p:nvPr/>
        </p:nvSpPr>
        <p:spPr>
          <a:xfrm>
            <a:off x="13373100" y="1123377"/>
            <a:ext cx="73056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Výkonnější čip a AI</a:t>
            </a:r>
          </a:p>
          <a:p>
            <a:r>
              <a:rPr lang="cs-CZ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Kamery a senzory</a:t>
            </a:r>
          </a:p>
          <a:p>
            <a:r>
              <a:rPr lang="cs-CZ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Pohyblivé ruce</a:t>
            </a:r>
          </a:p>
          <a:p>
            <a:r>
              <a:rPr lang="cs-CZ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Vzhled</a:t>
            </a:r>
          </a:p>
        </p:txBody>
      </p:sp>
      <p:pic>
        <p:nvPicPr>
          <p:cNvPr id="7" name="Obrázek 6" descr="Wall-E Pic Eve Film Pixar Free Transparent Image HQ Transparent HQ PNG  Download | FreePNGimg">
            <a:extLst>
              <a:ext uri="{FF2B5EF4-FFF2-40B4-BE49-F238E27FC236}">
                <a16:creationId xmlns:a16="http://schemas.microsoft.com/office/drawing/2014/main" id="{70548008-8F07-3047-6084-3743E31D6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0" y="779681"/>
            <a:ext cx="5371498" cy="579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7072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167</Words>
  <Application>Microsoft Office PowerPoint</Application>
  <PresentationFormat>Širokoúhlá obrazovka</PresentationFormat>
  <Paragraphs>34</Paragraphs>
  <Slides>12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Segoe UI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Podpleský Tomáš</dc:creator>
  <cp:lastModifiedBy>Podpleský Tomáš</cp:lastModifiedBy>
  <cp:revision>5</cp:revision>
  <dcterms:created xsi:type="dcterms:W3CDTF">2026-06-09T19:33:53Z</dcterms:created>
  <dcterms:modified xsi:type="dcterms:W3CDTF">2026-06-11T00:23:29Z</dcterms:modified>
</cp:coreProperties>
</file>